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PIXA is a small domain-specific language we built for forensic investigations. It is a real implementation: lexer, parser, interpreter, CLI, and a browser console.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core issue is not a lack of tools. It is that the evidence is lost or the conclusion cannot be defended.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objectives, each of which maps to something we built and tested.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real PIXA syntax from the beacon hunt script, trimmed. Show the pipe operator and the finding statement.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left to right: script and evidence go in, the lexer and parser build an AST, the runtime executes it using builtins, and results come out through the CLI or the browser console.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Still to do: real endpoint collectors, signed report export, multi-host timelines. The README states this gap honestly.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http://127.0.0.1:8787 after starting the console, edit the script and press Ctrl+Enter to re-run.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4A3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4A3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097280"/>
            <a:ext cx="5486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PIXA</a:t>
            </a:r>
            <a:endParaRPr lang="en-US" sz="8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286000"/>
            <a:ext cx="5669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new programming language for digital forensics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200400"/>
            <a:ext cx="5303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write the investigation as a short script. PIXA runs it over your evidence and every finding points back to the records behind it.</a:t>
            </a:r>
            <a:endParaRPr lang="en-US" sz="1400" dirty="0"/>
          </a:p>
        </p:txBody>
      </p:sp>
      <p:sp>
        <p:nvSpPr>
          <p:cNvPr id="5" name="title code card"/>
          <p:cNvSpPr/>
          <p:nvPr/>
        </p:nvSpPr>
        <p:spPr>
          <a:xfrm>
            <a:off x="6309360" y="1097280"/>
            <a:ext cx="2468880" cy="2468880"/>
          </a:xfrm>
          <a:prstGeom prst="roundRect">
            <a:avLst>
              <a:gd name="adj" fmla="val 2963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46520" y="1234440"/>
            <a:ext cx="22402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source 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flows = ingest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"netflow.csv"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beacons = flows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|&gt; where (bytes &lt; 2000)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|&gt; group by (dst_ip)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finding </a:t>
            </a:r>
            <a:pPr indent="0" marL="0">
              <a:buNone/>
            </a:pPr>
            <a:r>
              <a:rPr lang="en-US" sz="11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"C2 beacon"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severity critical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from beacons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443484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standard library only   ·   50 passing tests   ·   4 sample investigations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4A3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problem, and what exists today</a:t>
            </a:r>
            <a:endParaRPr lang="en-US" sz="3000" dirty="0"/>
          </a:p>
        </p:txBody>
      </p:sp>
      <p:sp>
        <p:nvSpPr>
          <p:cNvPr id="3" name="problem card"/>
          <p:cNvSpPr/>
          <p:nvPr/>
        </p:nvSpPr>
        <p:spPr>
          <a:xfrm>
            <a:off x="457200" y="1097280"/>
            <a:ext cx="3977640" cy="3474720"/>
          </a:xfrm>
          <a:prstGeom prst="roundRect">
            <a:avLst>
              <a:gd name="adj" fmla="val 2105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28016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600200"/>
            <a:ext cx="3520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Analysts lose evidence because of the tools they use, and cannot prove how they reached a conclusion.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788920"/>
            <a:ext cx="3520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Unsigned collectors get quarantined by antivirus the moment they run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 come from one-off scripts nobody can re-run or defend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Hosts, network and threat intel sit in separate tools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4754880" y="128016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APPROACHES</a:t>
            </a:r>
            <a:endParaRPr lang="en-US" sz="1200" dirty="0"/>
          </a:p>
        </p:txBody>
      </p:sp>
      <p:sp>
        <p:nvSpPr>
          <p:cNvPr id="8" name="existing card 1"/>
          <p:cNvSpPr/>
          <p:nvPr/>
        </p:nvSpPr>
        <p:spPr>
          <a:xfrm>
            <a:off x="4754880" y="1645920"/>
            <a:ext cx="393192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existing outline 1"/>
          <p:cNvSpPr/>
          <p:nvPr/>
        </p:nvSpPr>
        <p:spPr>
          <a:xfrm>
            <a:off x="4754880" y="1645920"/>
            <a:ext cx="3931920" cy="868680"/>
          </a:xfrm>
          <a:prstGeom prst="roundRect">
            <a:avLst>
              <a:gd name="adj" fmla="val 8421"/>
            </a:avLst>
          </a:prstGeom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937760" y="1737360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Evasive collectors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4937760" y="2011680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Hide from antivirus. Cannot be safely deployed, and the output is hard to defend in a report.</a:t>
            </a:r>
            <a:endParaRPr lang="en-US" sz="1200" dirty="0"/>
          </a:p>
        </p:txBody>
      </p:sp>
      <p:sp>
        <p:nvSpPr>
          <p:cNvPr id="12" name="existing card 2"/>
          <p:cNvSpPr/>
          <p:nvPr/>
        </p:nvSpPr>
        <p:spPr>
          <a:xfrm>
            <a:off x="4754880" y="2624328"/>
            <a:ext cx="393192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existing outline 2"/>
          <p:cNvSpPr/>
          <p:nvPr/>
        </p:nvSpPr>
        <p:spPr>
          <a:xfrm>
            <a:off x="4754880" y="2624328"/>
            <a:ext cx="3931920" cy="868680"/>
          </a:xfrm>
          <a:prstGeom prst="roundRect">
            <a:avLst>
              <a:gd name="adj" fmla="val 8421"/>
            </a:avLst>
          </a:prstGeom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937760" y="2715768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 hoc scripts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4937760" y="2990088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or PowerShell written per case. Fast, but undocumented and not repeatable.</a:t>
            </a:r>
            <a:endParaRPr lang="en-US" sz="1200" dirty="0"/>
          </a:p>
        </p:txBody>
      </p:sp>
      <p:sp>
        <p:nvSpPr>
          <p:cNvPr id="16" name="existing card 3"/>
          <p:cNvSpPr/>
          <p:nvPr/>
        </p:nvSpPr>
        <p:spPr>
          <a:xfrm>
            <a:off x="4754880" y="3602736"/>
            <a:ext cx="393192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existing outline 3"/>
          <p:cNvSpPr/>
          <p:nvPr/>
        </p:nvSpPr>
        <p:spPr>
          <a:xfrm>
            <a:off x="4754880" y="3602736"/>
            <a:ext cx="3931920" cy="868680"/>
          </a:xfrm>
          <a:prstGeom prst="roundRect">
            <a:avLst>
              <a:gd name="adj" fmla="val 8421"/>
            </a:avLst>
          </a:prstGeom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937760" y="3694176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rules (e.g. Sigma)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4937760" y="3968496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Portable logic, but a rule detects. It does not cite the records it matched.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approach: the investigation is the program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9728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SYSTEM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417320"/>
            <a:ext cx="4023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PIXA is a small language where the steps of an investigation are the code. Run the same script on the same evidence and you get the same findings.</a:t>
            </a:r>
            <a:endParaRPr lang="en-US" sz="1500" dirty="0"/>
          </a:p>
        </p:txBody>
      </p:sp>
      <p:sp>
        <p:nvSpPr>
          <p:cNvPr id="5" name="flow Script"/>
          <p:cNvSpPr/>
          <p:nvPr/>
        </p:nvSpPr>
        <p:spPr>
          <a:xfrm>
            <a:off x="457200" y="2834640"/>
            <a:ext cx="1188720" cy="731520"/>
          </a:xfrm>
          <a:prstGeom prst="roundRect">
            <a:avLst>
              <a:gd name="adj" fmla="val 10000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2834640"/>
            <a:ext cx="1188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645920" y="2834640"/>
            <a:ext cx="182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8" name="flow Evidence"/>
          <p:cNvSpPr/>
          <p:nvPr/>
        </p:nvSpPr>
        <p:spPr>
          <a:xfrm>
            <a:off x="1828800" y="2834640"/>
            <a:ext cx="1188720" cy="731520"/>
          </a:xfrm>
          <a:prstGeom prst="roundRect">
            <a:avLst>
              <a:gd name="adj" fmla="val 10000"/>
            </a:avLst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828800" y="2834640"/>
            <a:ext cx="1188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3017520" y="2834640"/>
            <a:ext cx="182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1" name="flow Cited findings"/>
          <p:cNvSpPr/>
          <p:nvPr/>
        </p:nvSpPr>
        <p:spPr>
          <a:xfrm>
            <a:off x="3200400" y="2834640"/>
            <a:ext cx="1188720" cy="731520"/>
          </a:xfrm>
          <a:prstGeom prst="roundRect">
            <a:avLst>
              <a:gd name="adj" fmla="val 10000"/>
            </a:avLst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200400" y="2834640"/>
            <a:ext cx="1188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Cited findings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3840480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works with the security stack, not against it: documented OS sources, read-only access, no evasion.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4846320" y="10972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200" dirty="0"/>
          </a:p>
        </p:txBody>
      </p:sp>
      <p:sp>
        <p:nvSpPr>
          <p:cNvPr id="15" name="objective number 1"/>
          <p:cNvSpPr/>
          <p:nvPr/>
        </p:nvSpPr>
        <p:spPr>
          <a:xfrm>
            <a:off x="4846320" y="1490472"/>
            <a:ext cx="384048" cy="384048"/>
          </a:xfrm>
          <a:prstGeom prst="ellipse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846320" y="1490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5394960" y="14630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readable language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5394960" y="1728216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Analysts describe an investigation in plain pipelines, not glue code.</a:t>
            </a:r>
            <a:endParaRPr lang="en-US" sz="1200" dirty="0"/>
          </a:p>
        </p:txBody>
      </p:sp>
      <p:sp>
        <p:nvSpPr>
          <p:cNvPr id="19" name="objective number 2"/>
          <p:cNvSpPr/>
          <p:nvPr/>
        </p:nvSpPr>
        <p:spPr>
          <a:xfrm>
            <a:off x="4846320" y="2267712"/>
            <a:ext cx="384048" cy="384048"/>
          </a:xfrm>
          <a:prstGeom prst="ellipse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846320" y="22677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5394960" y="22402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 with proof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5394960" y="2505456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finding names the result set and records it came from.</a:t>
            </a:r>
            <a:endParaRPr lang="en-US" sz="1200" dirty="0"/>
          </a:p>
        </p:txBody>
      </p:sp>
      <p:sp>
        <p:nvSpPr>
          <p:cNvPr id="23" name="objective number 3"/>
          <p:cNvSpPr/>
          <p:nvPr/>
        </p:nvSpPr>
        <p:spPr>
          <a:xfrm>
            <a:off x="4846320" y="3044952"/>
            <a:ext cx="384048" cy="384048"/>
          </a:xfrm>
          <a:prstGeom prst="ellipse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846320" y="30449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5394960" y="30175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to deploy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5394960" y="3282696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Read-only, loopback-only, no tricks to dodge antivirus.</a:t>
            </a:r>
            <a:endParaRPr lang="en-US" sz="1200" dirty="0"/>
          </a:p>
        </p:txBody>
      </p:sp>
      <p:sp>
        <p:nvSpPr>
          <p:cNvPr id="27" name="objective number 4"/>
          <p:cNvSpPr/>
          <p:nvPr/>
        </p:nvSpPr>
        <p:spPr>
          <a:xfrm>
            <a:off x="4846320" y="3822192"/>
            <a:ext cx="384048" cy="384048"/>
          </a:xfrm>
          <a:prstGeom prst="ellipse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4846320" y="38221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5394960" y="379476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result everywhere</a:t>
            </a:r>
            <a:endParaRPr lang="en-US" sz="1500" dirty="0"/>
          </a:p>
        </p:txBody>
      </p:sp>
      <p:sp>
        <p:nvSpPr>
          <p:cNvPr id="30" name="Text 28"/>
          <p:cNvSpPr txBox="1"/>
          <p:nvPr/>
        </p:nvSpPr>
        <p:spPr>
          <a:xfrm>
            <a:off x="5394960" y="4059936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and Ubuntu, one interpreter, SHA-256 of every file read.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a PIXA script looks like</a:t>
            </a:r>
            <a:endParaRPr lang="en-US" sz="3000" dirty="0"/>
          </a:p>
        </p:txBody>
      </p:sp>
      <p:sp>
        <p:nvSpPr>
          <p:cNvPr id="3" name="code card"/>
          <p:cNvSpPr/>
          <p:nvPr/>
        </p:nvSpPr>
        <p:spPr>
          <a:xfrm>
            <a:off x="457200" y="1097280"/>
            <a:ext cx="5120640" cy="3520440"/>
          </a:xfrm>
          <a:prstGeom prst="roundRect">
            <a:avLst>
              <a:gd name="adj" fmla="val 2078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280160"/>
            <a:ext cx="475488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find encoded PowerShell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case </a:t>
            </a:r>
            <a:pPr indent="0" marL="0">
              <a:buNone/>
            </a:pPr>
            <a:r>
              <a:rPr lang="en-US" sz="12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"PIXA-CASE-014"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source 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events = </a:t>
            </a:r>
            <a:pPr indent="0" marL="0">
              <a:buNone/>
            </a:pPr>
            <a:r>
              <a:rPr lang="en-US" sz="120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ingest </a:t>
            </a:r>
            <a:pPr indent="0" marL="0">
              <a:buNone/>
            </a:pPr>
            <a:r>
              <a:rPr lang="en-US" sz="12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"evidence/events.json"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encoded = events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|&gt; where 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(command_line contains </a:t>
            </a:r>
            <a:pPr indent="0" marL="0">
              <a:buNone/>
            </a:pPr>
            <a:r>
              <a:rPr lang="en-US" sz="12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"-enc"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|&gt; where 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(entropy(command_line) &gt; 4.0)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|&gt; select 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(timestamp, host, image)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finding </a:t>
            </a:r>
            <a:pPr indent="0" marL="0">
              <a:buNone/>
            </a:pPr>
            <a:r>
              <a:rPr lang="en-US" sz="12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"Encoded PowerShell"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severity high from encoded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852160" y="109728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B4530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source / let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5852160" y="1389888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your evidence, then derive result sets from it.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852160" y="198424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B4530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|&gt;  pipeline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852160" y="2276856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Stages: where, select, sort, group, distinct, limit, count.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5852160" y="2871216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B4530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entropy()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5852160" y="3163824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that scores how random a string looks. Flags base64 blobs.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5852160" y="3758184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B4530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finding … from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5852160" y="4050792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cite a result set. A finding with no source does not parse.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0584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INPUTS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2651760" y="10058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 CORE  (pixa/)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852160" y="1005840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INTERFACES</a:t>
            </a:r>
            <a:endParaRPr lang="en-US" sz="1100" dirty="0"/>
          </a:p>
        </p:txBody>
      </p:sp>
      <p:sp>
        <p:nvSpPr>
          <p:cNvPr id="6" name="Script"/>
          <p:cNvSpPr/>
          <p:nvPr/>
        </p:nvSpPr>
        <p:spPr>
          <a:xfrm>
            <a:off x="457200" y="1325880"/>
            <a:ext cx="1737360" cy="1097280"/>
          </a:xfrm>
          <a:prstGeom prst="roundRect">
            <a:avLst>
              <a:gd name="adj" fmla="val 6667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141732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1709928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220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.pxa file</a:t>
            </a:r>
            <a:endParaRPr lang="en-US" sz="1100" dirty="0"/>
          </a:p>
        </p:txBody>
      </p:sp>
      <p:sp>
        <p:nvSpPr>
          <p:cNvPr id="9" name="Evidence"/>
          <p:cNvSpPr/>
          <p:nvPr/>
        </p:nvSpPr>
        <p:spPr>
          <a:xfrm>
            <a:off x="457200" y="2697480"/>
            <a:ext cx="1737360" cy="1737360"/>
          </a:xfrm>
          <a:prstGeom prst="roundRect">
            <a:avLst>
              <a:gd name="adj" fmla="val 4211"/>
            </a:avLst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278892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3081528"/>
            <a:ext cx="1554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42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JSON, CSV, line files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042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threat-intel lists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042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(read-only)</a:t>
            </a:r>
            <a:endParaRPr lang="en-US" sz="1100" dirty="0"/>
          </a:p>
        </p:txBody>
      </p:sp>
      <p:sp>
        <p:nvSpPr>
          <p:cNvPr id="12" name="core frame"/>
          <p:cNvSpPr/>
          <p:nvPr/>
        </p:nvSpPr>
        <p:spPr>
          <a:xfrm>
            <a:off x="2651760" y="1325880"/>
            <a:ext cx="2743200" cy="3108960"/>
          </a:xfrm>
          <a:prstGeom prst="roundRect">
            <a:avLst>
              <a:gd name="adj" fmla="val 333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dash"/>
          </a:ln>
        </p:spPr>
      </p:sp>
      <p:sp>
        <p:nvSpPr>
          <p:cNvPr id="13" name="Lexer"/>
          <p:cNvSpPr/>
          <p:nvPr/>
        </p:nvSpPr>
        <p:spPr>
          <a:xfrm>
            <a:off x="2834640" y="1463040"/>
            <a:ext cx="2377440" cy="640080"/>
          </a:xfrm>
          <a:prstGeom prst="roundRect">
            <a:avLst>
              <a:gd name="adj" fmla="val 11429"/>
            </a:avLst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2926080" y="15544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Lexer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2926080" y="1847088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0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text → tokens</a:t>
            </a:r>
            <a:endParaRPr lang="en-US" sz="1100" dirty="0"/>
          </a:p>
        </p:txBody>
      </p:sp>
      <p:sp>
        <p:nvSpPr>
          <p:cNvPr id="16" name="Parser"/>
          <p:cNvSpPr/>
          <p:nvPr/>
        </p:nvSpPr>
        <p:spPr>
          <a:xfrm>
            <a:off x="2834640" y="2286000"/>
            <a:ext cx="2377440" cy="640080"/>
          </a:xfrm>
          <a:prstGeom prst="roundRect">
            <a:avLst>
              <a:gd name="adj" fmla="val 11429"/>
            </a:avLst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2926080" y="23774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Parser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2926080" y="2670048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0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tokens → AST</a:t>
            </a:r>
            <a:endParaRPr lang="en-US" sz="1100" dirty="0"/>
          </a:p>
        </p:txBody>
      </p:sp>
      <p:sp>
        <p:nvSpPr>
          <p:cNvPr id="19" name="Runtime"/>
          <p:cNvSpPr/>
          <p:nvPr/>
        </p:nvSpPr>
        <p:spPr>
          <a:xfrm>
            <a:off x="2834640" y="3108960"/>
            <a:ext cx="1143000" cy="1188720"/>
          </a:xfrm>
          <a:prstGeom prst="roundRect">
            <a:avLst>
              <a:gd name="adj" fmla="val 6400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2926080" y="3200400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2926080" y="3493008"/>
            <a:ext cx="960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the AST,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tracks sources</a:t>
            </a:r>
            <a:endParaRPr lang="en-US" sz="1100" dirty="0"/>
          </a:p>
        </p:txBody>
      </p:sp>
      <p:sp>
        <p:nvSpPr>
          <p:cNvPr id="22" name="Builtins"/>
          <p:cNvSpPr/>
          <p:nvPr/>
        </p:nvSpPr>
        <p:spPr>
          <a:xfrm>
            <a:off x="4069080" y="3108960"/>
            <a:ext cx="1143000" cy="1188720"/>
          </a:xfrm>
          <a:prstGeom prst="roundRect">
            <a:avLst>
              <a:gd name="adj" fmla="val 6400"/>
            </a:avLst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160520" y="3200400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Builtins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4160520" y="3493008"/>
            <a:ext cx="960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entropy, hashing,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 checks</a:t>
            </a:r>
            <a:endParaRPr lang="en-US" sz="1100" dirty="0"/>
          </a:p>
        </p:txBody>
      </p:sp>
      <p:sp>
        <p:nvSpPr>
          <p:cNvPr id="25" name="CLI"/>
          <p:cNvSpPr/>
          <p:nvPr/>
        </p:nvSpPr>
        <p:spPr>
          <a:xfrm>
            <a:off x="5852160" y="1325880"/>
            <a:ext cx="2834640" cy="868680"/>
          </a:xfrm>
          <a:prstGeom prst="roundRect">
            <a:avLst>
              <a:gd name="adj" fmla="val 8421"/>
            </a:avLst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943600" y="141732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5943600" y="1709928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EE2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· compile · lint · env · serve</a:t>
            </a:r>
            <a:endParaRPr lang="en-US" sz="1100" dirty="0"/>
          </a:p>
        </p:txBody>
      </p:sp>
      <p:sp>
        <p:nvSpPr>
          <p:cNvPr id="28" name="Console API"/>
          <p:cNvSpPr/>
          <p:nvPr/>
        </p:nvSpPr>
        <p:spPr>
          <a:xfrm>
            <a:off x="5852160" y="2377440"/>
            <a:ext cx="2834640" cy="868680"/>
          </a:xfrm>
          <a:prstGeom prst="roundRect">
            <a:avLst>
              <a:gd name="adj" fmla="val 8421"/>
            </a:avLst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5943600" y="246888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Console API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5943600" y="2761488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EE2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127.0.0.1 only, JSON over HTTP</a:t>
            </a:r>
            <a:endParaRPr lang="en-US" sz="1100" dirty="0"/>
          </a:p>
        </p:txBody>
      </p:sp>
      <p:sp>
        <p:nvSpPr>
          <p:cNvPr id="31" name="Browser console"/>
          <p:cNvSpPr/>
          <p:nvPr/>
        </p:nvSpPr>
        <p:spPr>
          <a:xfrm>
            <a:off x="5852160" y="3429000"/>
            <a:ext cx="2834640" cy="1005840"/>
          </a:xfrm>
          <a:prstGeom prst="roundRect">
            <a:avLst>
              <a:gd name="adj" fmla="val 7273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5943600" y="35204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console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5943600" y="3813048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editor, findings, timeline,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hashes, token/AST view</a:t>
            </a:r>
            <a:endParaRPr lang="en-US" sz="1100" dirty="0"/>
          </a:p>
        </p:txBody>
      </p:sp>
      <p:sp>
        <p:nvSpPr>
          <p:cNvPr id="34" name="arrow"/>
          <p:cNvSpPr/>
          <p:nvPr/>
        </p:nvSpPr>
        <p:spPr>
          <a:xfrm flipV="1">
            <a:off x="2194560" y="1783080"/>
            <a:ext cx="640080" cy="91440"/>
          </a:xfrm>
          <a:prstGeom prst="line">
            <a:avLst/>
          </a:prstGeom>
          <a:noFill/>
          <a:ln w="22225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35" name="arrow"/>
          <p:cNvSpPr/>
          <p:nvPr/>
        </p:nvSpPr>
        <p:spPr>
          <a:xfrm>
            <a:off x="2194560" y="3566160"/>
            <a:ext cx="640080" cy="137160"/>
          </a:xfrm>
          <a:prstGeom prst="line">
            <a:avLst/>
          </a:prstGeom>
          <a:noFill/>
          <a:ln w="22225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36" name="arrow"/>
          <p:cNvSpPr/>
          <p:nvPr/>
        </p:nvSpPr>
        <p:spPr>
          <a:xfrm>
            <a:off x="4023360" y="2103120"/>
            <a:ext cx="0" cy="182880"/>
          </a:xfrm>
          <a:prstGeom prst="line">
            <a:avLst/>
          </a:prstGeom>
          <a:noFill/>
          <a:ln w="22225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37" name="arrow"/>
          <p:cNvSpPr/>
          <p:nvPr/>
        </p:nvSpPr>
        <p:spPr>
          <a:xfrm>
            <a:off x="3657600" y="2926080"/>
            <a:ext cx="365760" cy="182880"/>
          </a:xfrm>
          <a:prstGeom prst="line">
            <a:avLst/>
          </a:prstGeom>
          <a:noFill/>
          <a:ln w="22225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38" name="arrow"/>
          <p:cNvSpPr/>
          <p:nvPr/>
        </p:nvSpPr>
        <p:spPr>
          <a:xfrm>
            <a:off x="3977640" y="3703320"/>
            <a:ext cx="91440" cy="0"/>
          </a:xfrm>
          <a:prstGeom prst="line">
            <a:avLst/>
          </a:prstGeom>
          <a:noFill/>
          <a:ln w="22225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39" name="arrow"/>
          <p:cNvSpPr/>
          <p:nvPr/>
        </p:nvSpPr>
        <p:spPr>
          <a:xfrm flipV="1">
            <a:off x="5394960" y="1783080"/>
            <a:ext cx="457200" cy="960120"/>
          </a:xfrm>
          <a:prstGeom prst="line">
            <a:avLst/>
          </a:prstGeom>
          <a:noFill/>
          <a:ln w="22225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40" name="arrow"/>
          <p:cNvSpPr/>
          <p:nvPr/>
        </p:nvSpPr>
        <p:spPr>
          <a:xfrm flipV="1">
            <a:off x="5394960" y="2834640"/>
            <a:ext cx="457200" cy="365760"/>
          </a:xfrm>
          <a:prstGeom prst="line">
            <a:avLst/>
          </a:prstGeom>
          <a:noFill/>
          <a:ln w="22225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41" name="arrow"/>
          <p:cNvSpPr/>
          <p:nvPr/>
        </p:nvSpPr>
        <p:spPr>
          <a:xfrm>
            <a:off x="7269480" y="3246120"/>
            <a:ext cx="0" cy="182880"/>
          </a:xfrm>
          <a:prstGeom prst="line">
            <a:avLst/>
          </a:prstGeom>
          <a:noFill/>
          <a:ln w="22225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42" name="Text 40"/>
          <p:cNvSpPr txBox="1"/>
          <p:nvPr/>
        </p:nvSpPr>
        <p:spPr>
          <a:xfrm>
            <a:off x="457200" y="457200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CLI and the console both call the same compile and run functions, so a script behaves identically in either.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it was built</a:t>
            </a:r>
            <a:endParaRPr lang="en-US" sz="3000" dirty="0"/>
          </a:p>
        </p:txBody>
      </p:sp>
      <p:sp>
        <p:nvSpPr>
          <p:cNvPr id="3" name="phase Design"/>
          <p:cNvSpPr/>
          <p:nvPr/>
        </p:nvSpPr>
        <p:spPr>
          <a:xfrm>
            <a:off x="457200" y="1097280"/>
            <a:ext cx="1536192" cy="1783080"/>
          </a:xfrm>
          <a:prstGeom prst="roundRect">
            <a:avLst>
              <a:gd name="adj" fmla="val 4762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94360" y="1188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B4530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16916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2011680"/>
            <a:ext cx="1280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Grammar, forensic constraints, what the tool must never do</a:t>
            </a:r>
            <a:endParaRPr lang="en-US" sz="1100" dirty="0"/>
          </a:p>
        </p:txBody>
      </p:sp>
      <p:sp>
        <p:nvSpPr>
          <p:cNvPr id="7" name="phase Front end"/>
          <p:cNvSpPr/>
          <p:nvPr/>
        </p:nvSpPr>
        <p:spPr>
          <a:xfrm>
            <a:off x="2121408" y="1097280"/>
            <a:ext cx="1536192" cy="1783080"/>
          </a:xfrm>
          <a:prstGeom prst="roundRect">
            <a:avLst>
              <a:gd name="adj" fmla="val 4762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258568" y="1188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B4530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800" dirty="0"/>
          </a:p>
        </p:txBody>
      </p:sp>
      <p:sp>
        <p:nvSpPr>
          <p:cNvPr id="9" name="Text 7"/>
          <p:cNvSpPr txBox="1"/>
          <p:nvPr/>
        </p:nvSpPr>
        <p:spPr>
          <a:xfrm>
            <a:off x="2258568" y="16916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 end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2258568" y="2011680"/>
            <a:ext cx="1280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Hand-written lexer and recursive-descent parser</a:t>
            </a:r>
            <a:endParaRPr lang="en-US" sz="1100" dirty="0"/>
          </a:p>
        </p:txBody>
      </p:sp>
      <p:sp>
        <p:nvSpPr>
          <p:cNvPr id="11" name="phase Runtime"/>
          <p:cNvSpPr/>
          <p:nvPr/>
        </p:nvSpPr>
        <p:spPr>
          <a:xfrm>
            <a:off x="3785616" y="1097280"/>
            <a:ext cx="1536192" cy="1783080"/>
          </a:xfrm>
          <a:prstGeom prst="roundRect">
            <a:avLst>
              <a:gd name="adj" fmla="val 4762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922776" y="1188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B4530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3922776" y="16916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3922776" y="2011680"/>
            <a:ext cx="1280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Pipelines, intel matching, findings that cite sources</a:t>
            </a:r>
            <a:endParaRPr lang="en-US" sz="1100" dirty="0"/>
          </a:p>
        </p:txBody>
      </p:sp>
      <p:sp>
        <p:nvSpPr>
          <p:cNvPr id="15" name="phase Interfaces"/>
          <p:cNvSpPr/>
          <p:nvPr/>
        </p:nvSpPr>
        <p:spPr>
          <a:xfrm>
            <a:off x="5449824" y="1097280"/>
            <a:ext cx="1536192" cy="1783080"/>
          </a:xfrm>
          <a:prstGeom prst="roundRect">
            <a:avLst>
              <a:gd name="adj" fmla="val 4762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586984" y="1188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B4530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800" dirty="0"/>
          </a:p>
        </p:txBody>
      </p:sp>
      <p:sp>
        <p:nvSpPr>
          <p:cNvPr id="17" name="Text 15"/>
          <p:cNvSpPr txBox="1"/>
          <p:nvPr/>
        </p:nvSpPr>
        <p:spPr>
          <a:xfrm>
            <a:off x="5586984" y="16916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Interfaces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5586984" y="2011680"/>
            <a:ext cx="1280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CLI, loopback API, single-file browser console</a:t>
            </a:r>
            <a:endParaRPr lang="en-US" sz="1100" dirty="0"/>
          </a:p>
        </p:txBody>
      </p:sp>
      <p:sp>
        <p:nvSpPr>
          <p:cNvPr id="19" name="phase Prove it"/>
          <p:cNvSpPr/>
          <p:nvPr/>
        </p:nvSpPr>
        <p:spPr>
          <a:xfrm>
            <a:off x="7114032" y="1097280"/>
            <a:ext cx="1536192" cy="1783080"/>
          </a:xfrm>
          <a:prstGeom prst="roundRect">
            <a:avLst>
              <a:gd name="adj" fmla="val 4762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251192" y="1188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B4530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800" dirty="0"/>
          </a:p>
        </p:txBody>
      </p:sp>
      <p:sp>
        <p:nvSpPr>
          <p:cNvPr id="21" name="Text 19"/>
          <p:cNvSpPr txBox="1"/>
          <p:nvPr/>
        </p:nvSpPr>
        <p:spPr>
          <a:xfrm>
            <a:off x="7251192" y="16916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 it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7251192" y="2011680"/>
            <a:ext cx="1280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incident, 4 scripts, 50 unit tests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457200" y="31089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3429000"/>
            <a:ext cx="4023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3.8+, standard library only, nothing to install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http.server for the console API, plain HTML and JS for the UI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unittest for the 50 tests; PowerShell and bash launchers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4754880" y="31089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TECHNIQUES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4754880" y="3429000"/>
            <a:ext cx="3931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Recursive-descent parsing into a plain-dict AST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Shannon entropy to spot encoded command lines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SHA-256 of every evidence file for chain of custody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Type-aware comparison: CSV strings still compare as numbers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 it and test it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601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Python 3.8 or newer. Run from the project folder.</a:t>
            </a:r>
            <a:endParaRPr lang="en-US" sz="1400" dirty="0"/>
          </a:p>
        </p:txBody>
      </p:sp>
      <p:sp>
        <p:nvSpPr>
          <p:cNvPr id="4" name="windows card"/>
          <p:cNvSpPr/>
          <p:nvPr/>
        </p:nvSpPr>
        <p:spPr>
          <a:xfrm>
            <a:off x="457200" y="1371600"/>
            <a:ext cx="4023360" cy="1417320"/>
          </a:xfrm>
          <a:prstGeom prst="roundRect">
            <a:avLst>
              <a:gd name="adj" fmla="val 5161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48132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78308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.\run.ps1          # console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.\run.ps1 -Demo    # all scripts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.\run.ps1 -Test    # test suite</a:t>
            </a:r>
            <a:endParaRPr lang="en-US" sz="1100" dirty="0"/>
          </a:p>
        </p:txBody>
      </p:sp>
      <p:sp>
        <p:nvSpPr>
          <p:cNvPr id="7" name="linux card"/>
          <p:cNvSpPr/>
          <p:nvPr/>
        </p:nvSpPr>
        <p:spPr>
          <a:xfrm>
            <a:off x="4663440" y="1371600"/>
            <a:ext cx="4023360" cy="1417320"/>
          </a:xfrm>
          <a:prstGeom prst="roundRect">
            <a:avLst>
              <a:gd name="adj" fmla="val 5161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846320" y="148132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UBUNTU / MACOS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4846320" y="178308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chmod +x run.sh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./run.sh            # console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./run.sh --demo | --test</a:t>
            </a:r>
            <a:endParaRPr lang="en-US" sz="1100" dirty="0"/>
          </a:p>
        </p:txBody>
      </p:sp>
      <p:sp>
        <p:nvSpPr>
          <p:cNvPr id="10" name="direct card"/>
          <p:cNvSpPr/>
          <p:nvPr/>
        </p:nvSpPr>
        <p:spPr>
          <a:xfrm>
            <a:off x="457200" y="2926080"/>
            <a:ext cx="4023360" cy="1691640"/>
          </a:xfrm>
          <a:prstGeom prst="roundRect">
            <a:avLst>
              <a:gd name="adj" fmla="val 4324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0080" y="303580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DIRECTLY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3337560"/>
            <a:ext cx="3657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-m pixa run scripts/beacon_hunt.pxa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-m pixa compile scripts/triage.pxa --tokens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-m pixa lint scripts/insider_usb.pxa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-m pixa serve --port 8787</a:t>
            </a:r>
            <a:endParaRPr lang="en-US" sz="1100" dirty="0"/>
          </a:p>
        </p:txBody>
      </p:sp>
      <p:sp>
        <p:nvSpPr>
          <p:cNvPr id="13" name="test card"/>
          <p:cNvSpPr/>
          <p:nvPr/>
        </p:nvSpPr>
        <p:spPr>
          <a:xfrm>
            <a:off x="4663440" y="2926080"/>
            <a:ext cx="4023360" cy="1691640"/>
          </a:xfrm>
          <a:prstGeom prst="roundRect">
            <a:avLst>
              <a:gd name="adj" fmla="val 4324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846320" y="303580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IT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4846320" y="3337560"/>
            <a:ext cx="3657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-m unittest discover -s tests -t 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Expect: 50 tests, OK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Expect: beacon_hunt gives 6 findings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ixa">
  <a:themeElements>
    <a:clrScheme name="Pixa">
      <a:dk1>
        <a:srgbClr val="0F172A"/>
      </a:dk1>
      <a:lt1>
        <a:srgbClr val="FFFFFF"/>
      </a:lt1>
      <a:dk2>
        <a:srgbClr val="1E293B"/>
      </a:dk2>
      <a:lt2>
        <a:srgbClr val="F1F5F9"/>
      </a:lt2>
      <a:accent1>
        <a:srgbClr val="F59E0B"/>
      </a:accent1>
      <a:accent2>
        <a:srgbClr val="14B8A6"/>
      </a:accent2>
      <a:accent3>
        <a:srgbClr val="EF4444"/>
      </a:accent3>
      <a:accent4>
        <a:srgbClr val="6366F1"/>
      </a:accent4>
      <a:accent5>
        <a:srgbClr val="64748B"/>
      </a:accent5>
      <a:accent6>
        <a:srgbClr val="22C55E"/>
      </a:accent6>
      <a:hlink>
        <a:srgbClr val="14B8A6"/>
      </a:hlink>
      <a:folHlink>
        <a:srgbClr val="64748B"/>
      </a:folHlink>
    </a:clrScheme>
    <a:fontScheme name="Pixa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PIXA</dc:title>
  <dc:subject>PptxGenJS Presentation</dc:subject>
  <dc:creator>PptxGenJS</dc:creator>
  <cp:lastModifiedBy>PptxGenJS</cp:lastModifiedBy>
  <cp:revision>1</cp:revision>
  <dcterms:created xsi:type="dcterms:W3CDTF">2026-10-21T14:49:06Z</dcterms:created>
  <dcterms:modified xsi:type="dcterms:W3CDTF">2026-10-21T14:49:06Z</dcterms:modified>
</cp:coreProperties>
</file>